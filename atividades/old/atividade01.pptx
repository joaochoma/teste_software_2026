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4"/>
  </p:normalViewPr>
  <p:slideViewPr>
    <p:cSldViewPr snapToGrid="0">
      <p:cViewPr varScale="1">
        <p:scale>
          <a:sx n="98" d="100"/>
          <a:sy n="98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F2DA7-9AF4-5818-2424-3C93FF6A8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89710B-AACC-375A-710A-DC39D7606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E702DD-9852-0A95-8818-60C46F51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184AE9-8C0B-DB6A-40AD-BC8FE761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8BEEE5-7004-C0C5-B27D-1A432558C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43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A98ED-0AAB-6FAC-AC99-D7DA3843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DED958-1337-564A-94F5-7FDAED0F4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D1D8A9-CA69-FBC3-3B5E-6C3075AC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FBF235-6E5E-B7D2-C4A3-31AC068D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016ECD-2BC8-6020-8A7D-D447D480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583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90557-10BB-7766-5456-E6695741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2E3D51-44F6-8CF8-CCDE-FB7E49037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7A5BF5-E315-6E60-6E13-1D78A4A9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C8C862-FCD4-5DA1-6119-CF1577EC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D02626-B7C4-297D-B1D5-E7C98586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86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144AE-C3CF-88F3-BAF1-C2719980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8A837E-6D91-42B7-A45E-A211574B7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B97638-8A0B-FA46-1199-ACEE1D90D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4AE2E1-7123-4676-4325-F1473222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05F0DF-D616-62DC-9830-8985CE2AC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B6E687-FF10-D693-6CCC-250583A6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297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FF66E-848F-70A1-1F1B-35BA342E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058690-2128-5D63-38CB-FA5D7F8EE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F8E479-F6A5-FAE9-2440-72E755B6D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7D1F09-EA68-23B4-0D56-3D03FF381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B42C22-7B43-C499-FD2F-2E54AF55A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1F02B5-CB00-23D7-C01F-F4C268D5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3D7A14-4691-B4FC-4C3A-F79C82D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82A47E8-7E9B-E135-EF81-05263ECF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43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01715-B9C2-F857-9B5E-7517A8E42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C2491E6-DFB5-8B09-A524-B418BB32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67AA6F5-C6A8-2D3C-03C0-7731585F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ACEC0E1-B6EF-864B-5CBD-A98DE060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78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AB9AD3-5418-E97E-04D2-6096464F4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5A66881-95DE-5A53-6951-52589808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E3BF20-3D12-717D-9901-303331FF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07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6F4D9-9AAA-EE8F-A93C-41184BB55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56B03C-EE32-030E-079F-A36083935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88A03F-0243-B10A-4970-A3C82C508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AA6EB9-02E6-2B9F-DB90-7B4FCE97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37470D-D6A4-4177-3986-A959E2ED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F00B14-888A-5D9A-CBCB-738A5431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76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01B9C-DA04-7641-BC0F-09C9F1C9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F3ADF5-140B-7D3F-DC5E-B9ECD5FE6D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606FB5-5BFC-3C16-A4AC-F8ED44CE1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CB8A06-76B1-7719-0D01-C3672BD5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FF827D-33FB-F7DF-4B74-601B0F84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6A1DF2-7AB0-8227-2E61-B2205B22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542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B9BAD-5691-ECB4-8000-5A0A3EB3A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85AEA6-0477-FC66-0B88-94C3FF85D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4B8172-6737-8AFE-D769-D6840D29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CB592D-19F9-6890-1495-44FEFBF7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F03B79-EB95-B840-52A5-903BE7D3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32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D79816-5665-9D36-7F42-8FE7972D2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4474E9-FE90-41C3-6992-F73DFDAA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8D96A7-F9D7-A4A3-7CCC-8E312D2E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2AF704-7599-0C3F-1D22-552AA1F9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149CD2-47D6-1BF4-77F0-A8413E22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554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FA1081D-A465-4EDA-78CA-0F800A44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8C953D-7CBF-E6A4-B411-D8633B81C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B19E42-A7EB-D894-E597-7AB2737EB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0E011-E882-254A-8D35-E609D8959842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A1C51B-B433-9AFA-27DB-2E38C4A9B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5D298-2347-81C9-EC32-34516CD3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D6484-79A6-2C42-A3DD-0318EAF81E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1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2092F-5F45-163E-AFB8-C88CC3E51B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/>
              <a:t>Experiência profissional</a:t>
            </a:r>
            <a:br>
              <a:rPr lang="pt-BR" dirty="0"/>
            </a:br>
            <a:r>
              <a:rPr lang="pt-BR" dirty="0"/>
              <a:t>Atividade 01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872AD-7606-63F7-B9F0-B15EA8CED1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584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3DE5D-F215-5059-9675-2B77861F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grupos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717973-BFAA-A481-917D-01548435B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Membros: 4 a 6 pessoas (sem estagiários)</a:t>
            </a:r>
          </a:p>
          <a:p>
            <a:r>
              <a:rPr lang="pt-BR" dirty="0"/>
              <a:t>Nome do grupo</a:t>
            </a:r>
          </a:p>
          <a:p>
            <a:r>
              <a:rPr lang="pt-BR" dirty="0"/>
              <a:t>Projeto do grupo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546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9293B-4DE2-1E05-7C63-9642E127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C22F89-BC8D-9277-31DB-FBBED2DFF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 projeto no github (ou similares)</a:t>
            </a:r>
          </a:p>
          <a:p>
            <a:r>
              <a:rPr lang="pt-BR" dirty="0"/>
              <a:t>Criar um </a:t>
            </a:r>
            <a:r>
              <a:rPr lang="pt-BR" dirty="0" err="1"/>
              <a:t>Readme</a:t>
            </a:r>
            <a:r>
              <a:rPr lang="pt-BR" dirty="0"/>
              <a:t> com o nome dos membros do grupo</a:t>
            </a:r>
          </a:p>
          <a:p>
            <a:r>
              <a:rPr lang="pt-BR" dirty="0"/>
              <a:t>Criar uma apresentação geral sobre o produto que será desenvolvido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2652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46FA4-D783-19C1-7AC6-1F530911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Entrega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E0DD28-CE6A-6842-F841-B19F38142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Realizar o </a:t>
            </a:r>
            <a:r>
              <a:rPr lang="pt-BR" dirty="0" err="1"/>
              <a:t>commit</a:t>
            </a:r>
            <a:r>
              <a:rPr lang="pt-BR" dirty="0"/>
              <a:t> do </a:t>
            </a:r>
            <a:r>
              <a:rPr lang="pt-BR" dirty="0" err="1"/>
              <a:t>readme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2878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</Words>
  <Application>Microsoft Macintosh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 Experiência profissional Atividade 01</vt:lpstr>
      <vt:lpstr>Definição de grupos</vt:lpstr>
      <vt:lpstr>Criações</vt:lpstr>
      <vt:lpstr>Entrega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1</cp:revision>
  <dcterms:created xsi:type="dcterms:W3CDTF">2026-02-09T14:35:38Z</dcterms:created>
  <dcterms:modified xsi:type="dcterms:W3CDTF">2026-02-09T14:38:49Z</dcterms:modified>
</cp:coreProperties>
</file>