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AA2A5-F990-E356-DAEE-FC6E06B2A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4C80FA-5318-9C04-4EA0-E7272240E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405E24-DEA5-15AF-E0A4-33AF717E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FB12-3E5F-0D4C-9A64-20D6FE07EBA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74689-D97F-EDB9-36A9-E7813BB0F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A29933-55E1-8BB3-19BB-D4011425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C2F3-BE05-6843-B3A7-80B0C663BD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385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D5177-84AE-8270-2DB4-11A87B07D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2AA883-BE8B-5BF2-D9B7-EEE79157C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BCED05-A8E2-FBCB-BBD5-6915670D9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FB12-3E5F-0D4C-9A64-20D6FE07EBA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FFD312-D1C9-9297-CBD3-D2D4775D8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64B6B3-D65B-DADA-24B3-0A227636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C2F3-BE05-6843-B3A7-80B0C663BD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05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4CB26-3DF4-4B6C-0FD4-89BF5D0F1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B18228-8FFA-B0C9-611F-53257A155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007B1B-9090-4493-849C-191ACBC4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FB12-3E5F-0D4C-9A64-20D6FE07EBA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B60511-AF70-6906-54A4-63FB699E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7F4555-CB2D-827C-5349-27D09E2A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C2F3-BE05-6843-B3A7-80B0C663BD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459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1A112-1B29-30BF-2671-0A8BEA657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712F67-3C4E-38A6-32E3-05DE3C101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7834DA-FB7B-758B-32A7-BD0FA298A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994CF9-A7AE-27B7-268D-7395AC26E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FB12-3E5F-0D4C-9A64-20D6FE07EBA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9862DB-3587-AAAD-D3EC-14AD11B9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D7DBDF-4965-821E-01F0-7518DDA8B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C2F3-BE05-6843-B3A7-80B0C663BD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179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85230-FAA6-9355-E16C-91441297D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3C70DA-1356-F884-65A6-7851DD9E5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E671CC-B839-773D-AA56-38EA59770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B62FFC4-2C08-72EA-29F6-C413103DC2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B25AD6B-A189-FCB6-4F60-8C6D3D8AB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DB1B184-EDC5-934D-1A34-22A9AA558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FB12-3E5F-0D4C-9A64-20D6FE07EBA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CB850B-AE1A-5CE4-56B8-D3C63B0E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00F0F76-31DD-E8DF-76E6-A40D89FDB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C2F3-BE05-6843-B3A7-80B0C663BD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8135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3345E-C994-81A8-79FD-A1A02555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DEA44BE-0D8F-1777-71C1-73412274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FB12-3E5F-0D4C-9A64-20D6FE07EBA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8D37441-0C72-D9B6-5BAD-FAB31E0AB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FA4F390-7D22-6C2E-67ED-868256F7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C2F3-BE05-6843-B3A7-80B0C663BD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395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E3D252D-4FFE-4199-B2AE-952C8512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FB12-3E5F-0D4C-9A64-20D6FE07EBA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77641A2-8D04-2042-EF9B-42B753BA1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98C8C1-5E49-51CA-3C23-3FB3F3E5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C2F3-BE05-6843-B3A7-80B0C663BD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572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D0FBD5-A407-D490-522B-6134C4793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16CE65-15B7-FA63-3844-51090EF13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CF1556B-9DAB-34F3-6D32-F4632692A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0B852C-4F1A-8F5D-4B1D-3C37C1A2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FB12-3E5F-0D4C-9A64-20D6FE07EBA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40F124-586E-8DFA-51B4-AE742992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D52322-C5A0-0463-3ADE-B29F94B8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C2F3-BE05-6843-B3A7-80B0C663BD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01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7C300-0691-5548-B6E1-4341970DB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D82EAC-2355-3003-A925-F81E594B9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F707C5-45D0-2667-69D9-EBE781624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15DEE0-9AB7-FD9D-AB44-657285865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FB12-3E5F-0D4C-9A64-20D6FE07EBA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1057E2-0A9A-77BC-1F69-D35D353C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916EEB-9E6C-22F9-1CF5-D9C664387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C2F3-BE05-6843-B3A7-80B0C663BD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0672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81F31-1539-88CC-4D6A-17D169CD4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5EE5DE-3643-E96E-A2F9-903876071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91B0A3-91D9-F7A0-E33C-401E2662D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FB12-3E5F-0D4C-9A64-20D6FE07EBA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5F8AD0-4494-87C6-694F-8982C02A7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E6CE73-2DB0-BD9F-45ED-E6EDEB508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C2F3-BE05-6843-B3A7-80B0C663BD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83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AD8838-C302-B431-01C3-BA63809E3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AABE493-A6E0-B140-F844-776CB85FA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8022F1-1AF0-7F92-A60A-80E13F0D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FB12-3E5F-0D4C-9A64-20D6FE07EBA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390D9F-8152-B92E-BB2D-4C2AEDD3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47E881-45DA-B62F-14B7-DC1BAD58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C2F3-BE05-6843-B3A7-80B0C663BD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69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D71BC01-E96F-54DE-6CF8-C1CD40BF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14DE0A-D5E8-74A5-FB38-6E3969511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E293DE-65FE-69BD-2DE7-0F60203EAD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3FB12-3E5F-0D4C-9A64-20D6FE07EBA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D79290-033A-3351-66B4-13DFA63D5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A4504B-5C06-460A-8A5E-FD036EC06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2C2F3-BE05-6843-B3A7-80B0C663BD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986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7F3A3-8A9F-664A-7670-4E098A056E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Construção das ideias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BA8375-23BD-0770-A288-7DB8ABC332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477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6A942-8A0B-5DE2-F1B7-B224A35B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Enquadramento do problema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FC230A-02EE-EF3D-2B05-B9A2464BF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Problema</a:t>
            </a:r>
            <a:r>
              <a:rPr lang="pt-BR" dirty="0"/>
              <a:t>: o que dói hoje?</a:t>
            </a:r>
          </a:p>
          <a:p>
            <a:r>
              <a:rPr lang="pt-BR" b="1" dirty="0"/>
              <a:t>Usuários/personas</a:t>
            </a:r>
            <a:r>
              <a:rPr lang="pt-BR" dirty="0"/>
              <a:t>: quem usa e por quê?</a:t>
            </a:r>
          </a:p>
          <a:p>
            <a:r>
              <a:rPr lang="pt-BR" b="1" dirty="0"/>
              <a:t>Objetivo mensurável</a:t>
            </a:r>
            <a:r>
              <a:rPr lang="pt-BR" dirty="0"/>
              <a:t> (1–3 métricas): ex.: “gerar orçamento em 2 min”, “reduzir retrabalho”, etc.</a:t>
            </a:r>
          </a:p>
          <a:p>
            <a:r>
              <a:rPr lang="pt-BR" b="1" dirty="0"/>
              <a:t>Escopo do MVP</a:t>
            </a:r>
            <a:r>
              <a:rPr lang="pt-BR" dirty="0"/>
              <a:t> (o mínimo que entrega valor)</a:t>
            </a:r>
          </a:p>
          <a:p>
            <a:r>
              <a:rPr lang="pt-BR" b="1" dirty="0"/>
              <a:t>Fora do escopo</a:t>
            </a:r>
            <a:r>
              <a:rPr lang="pt-BR" dirty="0"/>
              <a:t> (para proteger o aprendiz de “feature </a:t>
            </a:r>
            <a:r>
              <a:rPr lang="pt-BR" dirty="0" err="1"/>
              <a:t>creep</a:t>
            </a:r>
            <a:r>
              <a:rPr lang="pt-BR" dirty="0"/>
              <a:t>”)</a:t>
            </a:r>
          </a:p>
          <a:p>
            <a:r>
              <a:rPr lang="pt-BR" b="1" dirty="0"/>
              <a:t>Restrições</a:t>
            </a:r>
            <a:r>
              <a:rPr lang="pt-BR" dirty="0"/>
              <a:t>: plataforma (web/mobile), prazo, </a:t>
            </a:r>
            <a:r>
              <a:rPr lang="pt-BR" dirty="0" err="1"/>
              <a:t>stack</a:t>
            </a:r>
            <a:r>
              <a:rPr lang="pt-BR" dirty="0"/>
              <a:t>, integrações, LGPD, etc.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Saída dessa etapa: um “contrato de visão” simples que guia as </a:t>
            </a:r>
            <a:r>
              <a:rPr lang="pt-BR" dirty="0" err="1"/>
              <a:t>Epics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699B44-0819-EB12-E104-021D876FA7CF}"/>
              </a:ext>
            </a:extLst>
          </p:cNvPr>
          <p:cNvSpPr txBox="1"/>
          <p:nvPr/>
        </p:nvSpPr>
        <p:spPr>
          <a:xfrm>
            <a:off x="8460955" y="1229023"/>
            <a:ext cx="29828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“Escreva em frases curtas. </a:t>
            </a:r>
          </a:p>
          <a:p>
            <a:r>
              <a:rPr lang="pt-BR" dirty="0"/>
              <a:t>Sem solução técnica ainda. </a:t>
            </a:r>
          </a:p>
          <a:p>
            <a:r>
              <a:rPr lang="pt-BR" dirty="0"/>
              <a:t>Foco em </a:t>
            </a:r>
            <a:r>
              <a:rPr lang="pt-BR" i="1" dirty="0"/>
              <a:t>o que</a:t>
            </a:r>
            <a:r>
              <a:rPr lang="pt-BR" dirty="0"/>
              <a:t> e </a:t>
            </a:r>
            <a:r>
              <a:rPr lang="pt-BR" i="1" dirty="0"/>
              <a:t>por quê</a:t>
            </a:r>
            <a:r>
              <a:rPr lang="pt-BR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3118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0FB58-D728-065B-F073-699045DC9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Personas e necessidades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16F380-51C4-E0B6-2328-DCEE5D04C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Definir uma persona (ator)</a:t>
            </a:r>
            <a:r>
              <a:rPr lang="pt-BR" dirty="0"/>
              <a:t>: quem é, objetivo, contexto, dor principal.</a:t>
            </a:r>
          </a:p>
          <a:p>
            <a:r>
              <a:rPr lang="pt-BR" b="1" dirty="0"/>
              <a:t>Necessidades da pessoa</a:t>
            </a:r>
            <a:r>
              <a:rPr lang="pt-BR" dirty="0"/>
              <a:t>: “Quando ___, eu quero ___ para ___”.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FCCDA12-6D8D-4181-A617-DA5DD65FCA47}"/>
              </a:ext>
            </a:extLst>
          </p:cNvPr>
          <p:cNvSpPr txBox="1"/>
          <p:nvPr/>
        </p:nvSpPr>
        <p:spPr>
          <a:xfrm>
            <a:off x="2628576" y="4538949"/>
            <a:ext cx="6934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“Se não existir persona clara, a gente não define fluxo nem backlog.”</a:t>
            </a:r>
          </a:p>
        </p:txBody>
      </p:sp>
    </p:spTree>
    <p:extLst>
      <p:ext uri="{BB962C8B-B14F-4D97-AF65-F5344CB8AC3E}">
        <p14:creationId xmlns:p14="http://schemas.microsoft.com/office/powerpoint/2010/main" val="3555557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C1575-6DB8-54AF-5533-E425F8F7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Mapas de modelagem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4FFF59-0FB4-2EC1-F73D-3D0C4256E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Mapa 01: </a:t>
            </a:r>
            <a:r>
              <a:rPr lang="pt-BR" b="1" dirty="0"/>
              <a:t>Mapa de Usuários e Objetivos</a:t>
            </a:r>
            <a:endParaRPr lang="pt-BR" dirty="0"/>
          </a:p>
          <a:p>
            <a:endParaRPr lang="pt-BR" dirty="0"/>
          </a:p>
          <a:p>
            <a:r>
              <a:rPr lang="pt-BR" dirty="0"/>
              <a:t>Persona A → objetivo 1, objetivo 2</a:t>
            </a:r>
          </a:p>
          <a:p>
            <a:r>
              <a:rPr lang="pt-BR" dirty="0"/>
              <a:t>Persona </a:t>
            </a:r>
            <a:r>
              <a:rPr lang="pt-BR" dirty="0" err="1"/>
              <a:t>B</a:t>
            </a:r>
            <a:r>
              <a:rPr lang="pt-BR" dirty="0"/>
              <a:t> → objetivo 1, objetivo 2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4409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334FE-B89A-697A-C840-C25A18D5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Mapas de modelagem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BD3C2B-AC6A-149E-7EE7-31BB094B1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Mapa 01: </a:t>
            </a:r>
            <a:r>
              <a:rPr lang="pt-BR" b="1" dirty="0"/>
              <a:t>Mapa de Fluxos</a:t>
            </a:r>
          </a:p>
          <a:p>
            <a:endParaRPr lang="pt-BR" dirty="0"/>
          </a:p>
          <a:p>
            <a:r>
              <a:rPr lang="pt-BR" dirty="0"/>
              <a:t>“Criar pedido”:</a:t>
            </a:r>
          </a:p>
          <a:p>
            <a:pPr lvl="1"/>
            <a:r>
              <a:rPr lang="pt-BR" dirty="0"/>
              <a:t>selecionar cliente → adicionar itens → calcular total → confirmar → gerar comprovante</a:t>
            </a:r>
          </a:p>
          <a:p>
            <a:pPr lvl="1"/>
            <a:r>
              <a:rPr lang="pt-BR" dirty="0"/>
              <a:t>Exceções: sem estoque, desconto inválido, etc.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22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7FF16-C853-CBDB-406F-D5148E8A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Mapas de modelagem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786847-C1D8-CA2C-280B-AAC047F6D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Mapa 03: </a:t>
            </a:r>
            <a:r>
              <a:rPr lang="pt-BR" b="1" dirty="0"/>
              <a:t>Mapa de Dados (entidades e relações em linguagem natural)</a:t>
            </a:r>
          </a:p>
          <a:p>
            <a:endParaRPr lang="pt-BR" b="1" dirty="0"/>
          </a:p>
          <a:p>
            <a:r>
              <a:rPr lang="pt-BR" dirty="0"/>
              <a:t>“Um Cliente tem muitos Pedidos”</a:t>
            </a:r>
          </a:p>
          <a:p>
            <a:r>
              <a:rPr lang="pt-BR" dirty="0"/>
              <a:t>“Um Pedido tem muitos Itens”</a:t>
            </a:r>
          </a:p>
          <a:p>
            <a:r>
              <a:rPr lang="pt-BR" dirty="0"/>
              <a:t>“Um Pagamento pertence a um Pedido”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47457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268</Words>
  <Application>Microsoft Macintosh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Construção das ideias</vt:lpstr>
      <vt:lpstr>Enquadramento do problema</vt:lpstr>
      <vt:lpstr>Personas e necessidades</vt:lpstr>
      <vt:lpstr>Mapas de modelagem</vt:lpstr>
      <vt:lpstr>Mapas de modelagem</vt:lpstr>
      <vt:lpstr>Mapas de modelagem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Choma</dc:creator>
  <cp:lastModifiedBy>João Choma</cp:lastModifiedBy>
  <cp:revision>1</cp:revision>
  <dcterms:created xsi:type="dcterms:W3CDTF">2026-02-22T21:40:10Z</dcterms:created>
  <dcterms:modified xsi:type="dcterms:W3CDTF">2026-02-22T21:46:57Z</dcterms:modified>
</cp:coreProperties>
</file>