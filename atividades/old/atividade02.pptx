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369DF-B308-DF69-C0FF-F9BB06C3D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440DFE-FDDA-C52A-3A83-27C7BE64E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93C87A-031F-3498-9312-0BD01719D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BBE838-FBED-46F3-EDD7-51DF8FB0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E6712C-A81B-7585-CB30-CBB9E6A4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747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F9881-9E6E-AC76-9793-08683A1F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4D4954-0590-B26D-29C2-59786BA16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58B55F-7AD8-F879-EF57-ADA6347B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AFBBC5-5B58-616F-3972-DB74E055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48063-4919-0283-7186-1236144E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98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9F865-36F3-74AC-2248-123CDF77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A53C03-A204-F8B6-2FD4-A13C99D3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20A5CC-6717-EA13-5000-7CED7BD25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63B235-76DB-504F-04D2-F8670B67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67E67F-CB35-EBE7-834C-A7FE8D716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152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4241A-12D0-3DB0-521F-4143F6A5F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F5B4E4-8F19-23DF-D09A-DE2BD6613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690626-91F4-999F-C9F6-B17D0DA5D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67D874-1BD1-D223-23D4-57A91D99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150D25-4178-5D81-AB69-872B9B5E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D38C14-38CE-98AC-CCF7-BA8017A6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73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E3469-418B-BB51-C484-0476ED44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D48219-BDC7-6571-1EC6-BD2800342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A45773-AD89-D7CF-E4EA-24A640CA7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7839E01-F75A-6993-00C2-215B20A66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1056EF-2537-95DD-894F-F951991D6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A800165-151B-57AC-850F-B2C64241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FBF323-5385-07E5-F705-77E2B7FF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64C6E5A-1FBD-137E-62E3-BC27358B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504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7FB7E-79B2-C1FD-DD30-E1E1786DD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7578F8-3EF9-576F-C80B-C58B0BB2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93E0BB-D9D4-C396-5A00-92E6B60C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F657AE-EBAD-C39C-8A32-EA437835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13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3E24FC-FFF6-2AFD-F7B6-6094CBE83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B472B2-A4EE-43B0-7116-0BC9DA023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A6C0CE-387B-4F11-ECCD-182F6A82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09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BC6FE-7F3E-CB82-E14D-7701AEA85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148961-D881-2B56-5F48-1424AA9C8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90DDC9-8EA3-B16F-EF7F-91827DF00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99C93D-B3EB-1B00-5246-60D65D439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32B206-DC30-B57B-9F21-05ADEC2B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E76D2D-0C64-3204-4779-EF6C0A7B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31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1671A-D315-CEF4-7093-28E828F4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6F9257B-8500-8FC6-7C09-B79024C623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121354-F2D0-5B91-9367-E7C5069C4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04484D-F843-F309-C97F-A5840D77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6E9B67-0068-38D7-F20B-A4771D77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B38273-34F3-07A6-7242-CB195FEF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9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FAB0F-6EBF-5F0E-D4E6-F36EA28B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0B8F04-37EE-0760-F19B-144CCBD76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28F261-CACD-1A58-B93D-DECF6D4B7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D8823D-2433-7169-8C6C-7EAAEB99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1F0DDB-8474-BA4C-B3BD-5E93FC77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31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F827E0-728F-C828-78F9-27E84A921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8E3D9C-60FC-C4DD-4867-4A3CE9555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011142-7990-CD96-2845-D31D78F8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652F23-358A-CE80-479E-A7C2CD4E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2BFCAE-92B1-33DD-D0E2-932730AAF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0C0F5-B6A0-EE66-E20B-4AABAEABB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B6D1D7-E4D6-4D64-9453-3C1E50F40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BE7F23-4E7B-4365-EC0E-D59673DD1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33C3D-84D1-524D-9C8D-6D84F839F628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F38597-4018-FE47-905F-89530542F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FBA845-0E70-7ABD-47EB-7A17C068A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AE58-105B-3C41-A252-C22BEB90C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47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1EC56-9567-9C80-EA2E-8ABFBFF04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Atividade 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365C76-7F38-625A-8A50-E1CE95A036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478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20C02-DAFE-347E-A51C-25F99E50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Todos os membros do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4166C5-5755-916E-8B2B-85FEF1ACF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uma conta no </a:t>
            </a:r>
            <a:r>
              <a:rPr lang="pt-BR" dirty="0" err="1"/>
              <a:t>Jira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230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34998-84DA-D0FA-3B12-0A1C1393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membro do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E1B5A0-2A9B-806B-EBDC-7387E7216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 projeto no </a:t>
            </a:r>
            <a:r>
              <a:rPr lang="pt-BR" dirty="0" err="1"/>
              <a:t>Jira</a:t>
            </a:r>
            <a:endParaRPr lang="pt-BR" dirty="0"/>
          </a:p>
          <a:p>
            <a:r>
              <a:rPr lang="pt-BR" dirty="0"/>
              <a:t>Adicionar todos os membros do grupo no projeto</a:t>
            </a:r>
          </a:p>
        </p:txBody>
      </p:sp>
    </p:spTree>
    <p:extLst>
      <p:ext uri="{BB962C8B-B14F-4D97-AF65-F5344CB8AC3E}">
        <p14:creationId xmlns:p14="http://schemas.microsoft.com/office/powerpoint/2010/main" val="25875341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Atividade 02</vt:lpstr>
      <vt:lpstr>Todos os membros do grupo</vt:lpstr>
      <vt:lpstr>Um membro do grupo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Choma</dc:creator>
  <cp:lastModifiedBy>João Choma</cp:lastModifiedBy>
  <cp:revision>1</cp:revision>
  <cp:lastPrinted>2026-02-22T21:35:54Z</cp:lastPrinted>
  <dcterms:created xsi:type="dcterms:W3CDTF">2026-02-22T21:34:26Z</dcterms:created>
  <dcterms:modified xsi:type="dcterms:W3CDTF">2026-02-22T21:36:01Z</dcterms:modified>
</cp:coreProperties>
</file>