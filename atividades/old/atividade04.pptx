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9"/>
  </p:normalViewPr>
  <p:slideViewPr>
    <p:cSldViewPr snapToGrid="0">
      <p:cViewPr varScale="1">
        <p:scale>
          <a:sx n="100" d="100"/>
          <a:sy n="100" d="100"/>
        </p:scale>
        <p:origin x="8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D3631-8271-D831-1ED7-014425897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AFE638-05CE-ED71-3F95-12C61E784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1736D0-30C2-E137-5B20-5A12153C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AF426-35D7-4319-2AE7-168C454C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4707B7-894E-3DF8-92D5-AD827080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57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0A2F0-49CF-372E-2559-9DBCCC72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49B31C-834E-D1ED-0739-1964F5290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918B3E-622E-A2CC-4E90-0AD4968D2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99467F-CAE5-CB65-048B-4301256A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B87196-D065-5FC5-BDAC-9A6481E0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186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FC3B4-3F1B-00C5-8F97-3AD8F20C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5F33FC-65DB-ED86-ACC5-4BE738B7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BFC039-9B8F-D898-59AE-72220A3F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C74229-45A6-350D-B7B8-23799D26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AB7219-D4AF-E025-0FDC-D8ACE12C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50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B3AB2-7420-938E-6617-BD13CC17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526256-5E9A-D778-F14F-675FD5ACA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814404-4662-7752-DF5E-D708EA4D6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5D5F5F-B1F5-DDD7-2165-916BB034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0E8859-454C-8AC5-0792-D0CEF260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E08944-7B93-4511-B18B-728C74CF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91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A6303-8006-A5A8-FF47-CBC97B5A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9C0B21-F70E-461A-377D-8AEA81D96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573339-BDC3-55F7-E262-4B677286B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8995E7-9216-34D6-A70E-3B6BF1F69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918690-71FC-54D4-450A-BD910D1E3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0A9D47-F424-FC0C-524D-DBB3DD4F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C61F80-6B41-A58C-721E-43B8464C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CB0DB2-DF2D-022B-3A11-48C7760D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561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5E30B-897F-0B20-9ACC-C9CCE639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45B67C-1C8A-7574-3672-F348B674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282C4E-8158-EFD3-A9D1-72B75E60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650423-D9D3-BDC6-AB8A-4C32AE25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66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CBBD37-0777-5338-68A8-C4EE438F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C318FF-7916-642A-545A-2E4A9DCD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F0B8C2-7611-6873-1079-CCE195D4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108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B50EF-E32D-4214-86C2-A0A705915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8888F-A26E-CDE6-5F0B-818943FBE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80FD81-CF1A-77AA-3A03-0D4CEF4DB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ADC22C-E241-0708-F6E2-D57C8C6F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C2C1CD-9F89-0AF2-29AF-5369790D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BE40F0-66E9-31B0-AE85-4843421A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270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5FB18-828B-7235-25C0-1866D407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CB09F2-B2E2-030C-07E7-A766A77EE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5CD566-E86B-F210-7F48-09C3DD4BF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B179F1-99B0-A777-91E1-3CD94B8C7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51FCBD-316E-5002-E792-700DD794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8A04E9-14C7-9E86-E041-0786013BC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896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CEC59-7446-7F22-A6AF-DF9F90BA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395B44-B375-864C-3BB0-3873B0942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9604EE-701E-3586-E980-CBA603FD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F54AF0-5CA7-D234-835F-7C0316AC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81DECD-99C7-26E4-2159-64407302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619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922EB8-B821-F7A6-8FA5-0E6DC7CD7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407235-0962-03F1-BF9F-A4081444C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16F849-3CFB-CB31-B762-5BD41374C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B7FD9B-7EDB-77EB-69C5-657C8EF4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D4A3CB-8F21-8F68-D86B-82696139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778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78628E3-AAD8-8D53-F3AE-0E64242A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DE63DE-296C-E54D-EFCC-8EE79EFC2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CA37DC-043A-AF27-2CC8-A2E152916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7636B5-B09A-5744-BC09-D518290DC682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427340-8890-BEDA-2CF5-99ED2355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B50390-4A4C-19D0-2AC5-D22DEC04D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28ECA-7523-3946-9801-43A1FCD1F2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86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08F6B-321F-0261-BACC-CE05A0FFF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Atividade 04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F2213D-E5BE-8CA4-9D23-69260C603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267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887BB-AB22-70AE-7893-96AD56C4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645283-736F-750A-CC61-F4C81247A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base nos modelos criados na Sprint 01 definir os requisitos</a:t>
            </a:r>
          </a:p>
          <a:p>
            <a:r>
              <a:rPr lang="pt-BR" dirty="0"/>
              <a:t>Formalizar em um documento</a:t>
            </a:r>
          </a:p>
          <a:p>
            <a:r>
              <a:rPr lang="pt-BR" dirty="0"/>
              <a:t>Definir a versão do documentos e os responsáveis pelas edições</a:t>
            </a:r>
          </a:p>
        </p:txBody>
      </p:sp>
    </p:spTree>
    <p:extLst>
      <p:ext uri="{BB962C8B-B14F-4D97-AF65-F5344CB8AC3E}">
        <p14:creationId xmlns:p14="http://schemas.microsoft.com/office/powerpoint/2010/main" val="365861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083AF-6CA7-A517-D354-2A431249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Regras de negócio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66C722-5FDE-431E-7EB7-EF9CD88DD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 base nos modelos criados na Sprint 01 definir as regras de negócio</a:t>
            </a:r>
          </a:p>
          <a:p>
            <a:r>
              <a:rPr lang="pt-BR" dirty="0"/>
              <a:t>Formalizar em um documento</a:t>
            </a:r>
          </a:p>
          <a:p>
            <a:r>
              <a:rPr lang="pt-BR" dirty="0"/>
              <a:t>Definir a versão do documentos e os responsáveis pelas edições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2540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Atividade 04</vt:lpstr>
      <vt:lpstr>Requisitos</vt:lpstr>
      <vt:lpstr>Regras de negócio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1</cp:revision>
  <dcterms:created xsi:type="dcterms:W3CDTF">2026-03-01T22:15:23Z</dcterms:created>
  <dcterms:modified xsi:type="dcterms:W3CDTF">2026-03-01T22:17:41Z</dcterms:modified>
</cp:coreProperties>
</file>