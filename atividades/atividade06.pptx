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79"/>
  </p:normalViewPr>
  <p:slideViewPr>
    <p:cSldViewPr snapToGrid="0">
      <p:cViewPr varScale="1">
        <p:scale>
          <a:sx n="100" d="100"/>
          <a:sy n="100" d="100"/>
        </p:scale>
        <p:origin x="69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8FDA-C814-AE72-DCC6-D8BA351BA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FBCBDE-753E-B30B-7D5B-1A2D8A16B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326BD0-C0E6-10F1-CB16-CD57A363B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CB59F4-6043-FD32-AABB-509A09279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484D31-E2A7-7527-EA4C-3CBC44989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9704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9A1AC-EEF3-7BF9-78D0-5A1B96F67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81F769-4FC9-2DD3-C08A-3974E3EA7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081A85-987C-3819-9643-1B7358CB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B8DE59-366D-A3CA-97E6-5DCB4C93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FE63FF-5844-09D9-D711-7DB832C94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5511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2C3927-9597-AA37-2DF5-B2D791D24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FDF89C-9E11-2C9E-1742-AE48D83B9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EDC8A9-6894-1ECC-B782-51669FFC8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BA6748-334E-F7D8-E473-8930E509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01E0EE-3D07-455F-ADC7-B2A9719A6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26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9C8F8-ACBA-A302-59E0-87A072A1F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6E93D2-5172-5299-9DC8-730E72581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28939C-CD7A-37AC-22A6-09ECD5E97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F38974-DBAB-F916-C8A4-9DBAF6AEF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F35A72-1693-9133-A21D-41ADE0BF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AF1E65-DE35-F341-7581-F76F626B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4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55E4D9-D983-1C29-9732-ABAEF32FB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5996F7-BAB5-4AE3-4BB0-0B13C9B24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F12C0F-2E11-BC0D-B3F3-23FDE1C92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3E29128-7C83-4C76-405F-DFFE4A110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57EF866-EABA-5591-7A1E-FF7DEF612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BCB04F1-E413-EF2C-2976-121C66A0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6034A7A-47F0-7AB2-4497-F3EBF8FF9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7C18003-5D80-7D84-C5DC-FEC546305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95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A723B-2F37-56F9-F32B-DB95E7D13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83E4E85-4A0A-8D7A-51AE-F24FCEF62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F1C25BB-D977-3145-607D-A14E6AA5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090123B-5644-019A-87F0-64A6712AB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108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B0223C1-7C71-D86B-C0C2-17B90BA3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E39DC8-CDB1-95FD-7582-71419916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67F050-4C6B-64DC-A6AC-6FA8C865D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735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CF0AB-8139-8FFD-723F-0B47713C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CF8108-70AE-5FB5-B216-E33F4AF1A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7CA065-FDAC-BF97-8E17-5E7957C85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6D03A0-6389-051C-6A7B-4E40B3907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82870C-F12B-773B-26DB-5D3DAB5CB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4AE6D3-3165-B07C-EE4C-977ACE70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3950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0AA29-EAD5-D16F-EE75-AD8B750C1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E3A0866-7B85-94E8-1BD3-14CFA8BC8B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33E951-C287-6DF2-26FD-727D8A2D8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D35961-0D62-BEB9-1A32-D133016D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56C0B6-9E57-255B-0D6C-DC67AEED9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70B40A-0CC6-1B19-6575-B9CB1B8DD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502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F4C763-7A49-5F15-F948-CAD24CEB1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0CC656-5F17-8017-E412-D93718BA2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BFEB13-575F-9C83-FFB3-157821D92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9FA617-1802-FD99-779D-E3327426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868222-B4C2-5809-95AF-2047ADE8D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9356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ABBEB0-9829-5DFC-6B5F-69BD408AEC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79C571-C2AE-8CD4-B52A-110B2889A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D0A80B-09A0-7E54-CECC-33187F1F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7565AC-470C-C6CC-E367-52930A73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8261E7-353A-4584-123A-6E4870171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43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25CFB9A-B715-70CE-4DB3-9C29475CC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979631-F64B-F002-DA9B-DC5597901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4EDAAC-6EFD-8A62-F2E5-3C6A17B15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5D5D75-701C-3041-AEA0-301905C86A21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108BE1-CA3B-0FA4-BE44-C72598D75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1FC09D-186D-0F7B-8CC8-245DB0A02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60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0108A-6666-BB62-1B6D-DC2AE5E676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Atividade 06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1227B9-EB65-E593-A701-399D22A2B5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7671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94BEB-DF1A-C796-59E5-198F4A21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Front </a:t>
            </a:r>
            <a:r>
              <a:rPr lang="pt-BR" b="1" dirty="0" err="1"/>
              <a:t>end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F6FDDA-42D9-F70E-F2AE-F29EC7F52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Definir as interfaces necessárias para atender os artefatos gerados até a Atividade 04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Criar uma Branch front-</a:t>
            </a:r>
            <a:r>
              <a:rPr lang="pt-BR" dirty="0" err="1"/>
              <a:t>end</a:t>
            </a:r>
            <a:r>
              <a:rPr lang="pt-BR" dirty="0"/>
              <a:t> no projeto </a:t>
            </a:r>
            <a:r>
              <a:rPr lang="pt-BR" dirty="0" err="1"/>
              <a:t>git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Implementar as interfaces definidas na Etapa 1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err="1"/>
              <a:t>Versionar</a:t>
            </a:r>
            <a:r>
              <a:rPr lang="pt-BR" dirty="0"/>
              <a:t> a implementação na Branch front-</a:t>
            </a:r>
            <a:r>
              <a:rPr lang="pt-BR" dirty="0" err="1"/>
              <a:t>end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17446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Atividade 06</vt:lpstr>
      <vt:lpstr>Front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Choma</dc:creator>
  <cp:lastModifiedBy>João Choma</cp:lastModifiedBy>
  <cp:revision>2</cp:revision>
  <dcterms:created xsi:type="dcterms:W3CDTF">2026-03-01T22:17:55Z</dcterms:created>
  <dcterms:modified xsi:type="dcterms:W3CDTF">2026-03-16T20:13:22Z</dcterms:modified>
</cp:coreProperties>
</file>